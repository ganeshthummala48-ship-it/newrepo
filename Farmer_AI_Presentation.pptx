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Farmer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Empowering the Future of Agriculture</a:t>
            </a:r>
          </a:p>
          <a:p>
            <a:r>
              <a:t>An AI-Driven Integrated Mobile Solution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Farmers face significant language barriers when accessing advanced agricultural info.</a:t>
            </a:r>
          </a:p>
          <a:p>
            <a:r>
              <a:t>• Delay in crop disease detection leads to major harvest losses.</a:t>
            </a:r>
          </a:p>
          <a:p>
            <a:r>
              <a:t>• Lack of direct market access and fair pricing for services and machinery.</a:t>
            </a:r>
          </a:p>
          <a:p>
            <a:r>
              <a:t>• Difficulty in navigating government schemes and subsidies.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Manual diagnosis of plant diseases based on visual experience.</a:t>
            </a:r>
          </a:p>
          <a:p>
            <a:r>
              <a:t>• Information seeking through local shops or government offices (often slow).</a:t>
            </a:r>
          </a:p>
          <a:p>
            <a:r>
              <a:t>• Fragmented communication for hiring machinery or labour.</a:t>
            </a:r>
          </a:p>
          <a:p>
            <a:r>
              <a:t>• Paper-based or complex web portals for government schemes.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Drawbacks of 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High error rates in manual disease diagnosis.</a:t>
            </a:r>
          </a:p>
          <a:p>
            <a:r>
              <a:t>• Late response to pest outbreaks causing irreversible crop damage.</a:t>
            </a:r>
          </a:p>
          <a:p>
            <a:r>
              <a:t>• Inefficient resource utilization and lack of transparency in pricing.</a:t>
            </a:r>
          </a:p>
          <a:p>
            <a:r>
              <a:t>• Exclusion of farmers who are not tech-savvy or fluent in English.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System: Farmer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Multi-lingual mobile application (Telugu, Hindi, English).</a:t>
            </a:r>
          </a:p>
          <a:p>
            <a:r>
              <a:t>• AI-powered real-time crop disease detection via image recognition.</a:t>
            </a:r>
          </a:p>
          <a:p>
            <a:r>
              <a:t>• Intelligent crop and scheme recommendation engine.</a:t>
            </a:r>
          </a:p>
          <a:p>
            <a:r>
              <a:t>• Direct marketplace for machinery, labour, and fertilizers with AI negotiation support.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Frontend: Flutter (Cross-platform mobile framework).</a:t>
            </a:r>
          </a:p>
          <a:p>
            <a:r>
              <a:t>• Backend: FastAPI (High-performance Python API).</a:t>
            </a:r>
          </a:p>
          <a:p>
            <a:r>
              <a:t>• AI Models: TensorFlow (Disease detection), Cohere API (LLM for recommendations).</a:t>
            </a:r>
          </a:p>
          <a:p>
            <a:r>
              <a:t>• Database: SQLite (Lightweight, efficient data storage).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 Chart: User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User Registration/Login (localized profile selection).</a:t>
            </a:r>
          </a:p>
          <a:p>
            <a:r>
              <a:t>2. Image Upload -&gt; AI Disease Detection -&gt; Real-time treatment recommendation.</a:t>
            </a:r>
          </a:p>
          <a:p>
            <a:r>
              <a:t>3. Input Conditions -&gt; AI Crop/Scheme recommendation.</a:t>
            </a:r>
          </a:p>
          <a:p>
            <a:r>
              <a:t>4. Service Listing/Search -&gt; Integrated AI Negotiation Tool.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Farmer AI bridging the gap between advanced technology and rural agriculture.</a:t>
            </a:r>
          </a:p>
          <a:p>
            <a:r>
              <a:t>• Increased crop yields through early disease detection and smart planning.</a:t>
            </a:r>
          </a:p>
          <a:p>
            <a:r>
              <a:t>• Empowering farmers with localized info and fair market access.</a:t>
            </a:r>
          </a:p>
          <a:p>
            <a:r>
              <a:t>• Future Scope: IoT integration and real-time weather analytics.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